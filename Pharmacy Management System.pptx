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Pharmacy Management System (Desktop Application)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6670"/>
            <a:ext cx="9144000" cy="2322195"/>
          </a:xfrm>
        </p:spPr>
        <p:txBody>
          <a:bodyPr>
            <a:normAutofit/>
          </a:bodyPr>
          <a:lstStyle/>
          <a:p>
            <a:pPr algn="l"/>
            <a:r>
              <a:rPr lang="en-US"/>
              <a:t>Presented By: </a:t>
            </a:r>
            <a:r>
              <a:rPr lang="en-US" b="1">
                <a:solidFill>
                  <a:srgbClr val="FF0000"/>
                </a:solidFill>
              </a:rPr>
              <a:t>Coders47</a:t>
            </a:r>
            <a:endParaRPr lang="en-US" b="1">
              <a:solidFill>
                <a:srgbClr val="FF0000"/>
              </a:solidFill>
            </a:endParaRPr>
          </a:p>
          <a:p>
            <a:pPr algn="l"/>
            <a:r>
              <a:rPr lang="en-US"/>
              <a:t>1. Afridi Rahman-C201045</a:t>
            </a:r>
            <a:endParaRPr lang="en-US"/>
          </a:p>
          <a:p>
            <a:pPr algn="l"/>
            <a:r>
              <a:rPr lang="en-US"/>
              <a:t>2. </a:t>
            </a:r>
            <a:r>
              <a:rPr lang="en-US">
                <a:sym typeface="+mn-ea"/>
              </a:rPr>
              <a:t>Syed Mahmoud Sobhani-C201134</a:t>
            </a:r>
            <a:endParaRPr lang="en-US"/>
          </a:p>
          <a:p>
            <a:pPr algn="l"/>
            <a:r>
              <a:rPr lang="en-US"/>
              <a:t>3. Mohammed Sakib Khan-C201068</a:t>
            </a:r>
            <a:endParaRPr lang="en-US"/>
          </a:p>
          <a:p>
            <a:pPr algn="l"/>
            <a:r>
              <a:rPr lang="en-US">
                <a:sym typeface="+mn-ea"/>
              </a:rPr>
              <a:t>Dept. of CSE (4BM)</a:t>
            </a:r>
            <a:endParaRPr lang="en-US" b="1">
              <a:solidFill>
                <a:srgbClr val="FF0000"/>
              </a:solidFill>
            </a:endParaRPr>
          </a:p>
          <a:p>
            <a:pPr algn="l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895600" y="901065"/>
            <a:ext cx="640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International Islamic University Chittagong</a:t>
            </a: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This is a desktop application for pharmacy management system for a famous pharmacy called Avicenna Pharmacy. </a:t>
            </a:r>
            <a:endParaRPr lang="en-US"/>
          </a:p>
          <a:p>
            <a:pPr marL="0" indent="0">
              <a:buNone/>
            </a:pPr>
            <a:r>
              <a:rPr lang="en-US"/>
              <a:t>Through this application, a user can do all the works to maintain a pharmacy from selling medicine to</a:t>
            </a:r>
            <a:endParaRPr lang="en-US"/>
          </a:p>
          <a:p>
            <a:pPr marL="0" indent="0">
              <a:buNone/>
            </a:pPr>
            <a:r>
              <a:rPr lang="en-US"/>
              <a:t>checking medicine expiration dates within a few clicks. </a:t>
            </a:r>
            <a:endParaRPr lang="en-US"/>
          </a:p>
        </p:txBody>
      </p:sp>
      <p:pic>
        <p:nvPicPr>
          <p:cNvPr id="6" name="Content Placeholder 5" descr="rsz_vbb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9470" y="1825625"/>
            <a:ext cx="3175000" cy="31496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302500" y="4514850"/>
            <a:ext cx="294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i="1"/>
              <a:t>Avicenna Pharmacy ®</a:t>
            </a:r>
            <a:endParaRPr lang="en-US" sz="2400" b="1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Login Page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This is the login page of the application where easy interface and perfect security has been maintained. Also, this page has create an accout option to add new user . While login in a user must select his/her role so that the program can take him/her to destination page.</a:t>
            </a:r>
            <a:endParaRPr lang="en-US"/>
          </a:p>
        </p:txBody>
      </p:sp>
      <p:pic>
        <p:nvPicPr>
          <p:cNvPr id="5" name="Content Placeholder 4" descr="0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91640"/>
            <a:ext cx="5181600" cy="4485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Create Account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This is basically the signup page. Here the user must answer a security question to save its account incase of he/she forgot the password.</a:t>
            </a:r>
            <a:endParaRPr lang="en-US"/>
          </a:p>
          <a:p>
            <a:pPr marL="0" indent="0">
              <a:buNone/>
            </a:pPr>
            <a:r>
              <a:rPr lang="en-US"/>
              <a:t>There is also a term and conditions page made by Avicenna company.</a:t>
            </a:r>
            <a:endParaRPr lang="en-US"/>
          </a:p>
        </p:txBody>
      </p:sp>
      <p:pic>
        <p:nvPicPr>
          <p:cNvPr id="5" name="Content Placeholder 4" descr="sss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98650"/>
            <a:ext cx="5181600" cy="4204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/>
              <a:t>Forgot Password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 algn="l">
              <a:buNone/>
            </a:pPr>
            <a:r>
              <a:rPr lang="en-US"/>
              <a:t>This is the forgot password panel where a user comes if he/she forgot the password. To obtain user account, he/she must go through 2 security options.</a:t>
            </a:r>
            <a:endParaRPr lang="en-US"/>
          </a:p>
          <a:p>
            <a:pPr marL="0" indent="0" algn="l">
              <a:buNone/>
            </a:pPr>
            <a:r>
              <a:rPr lang="en-US"/>
              <a:t>1. Writing valid username.</a:t>
            </a:r>
            <a:endParaRPr lang="en-US"/>
          </a:p>
          <a:p>
            <a:pPr marL="0" indent="0" algn="l">
              <a:buNone/>
            </a:pPr>
            <a:r>
              <a:rPr lang="en-US"/>
              <a:t>2. Answering the security question that the user answered when making his/her account.</a:t>
            </a:r>
            <a:endParaRPr lang="en-US"/>
          </a:p>
        </p:txBody>
      </p:sp>
      <p:pic>
        <p:nvPicPr>
          <p:cNvPr id="5" name="Content Placeholder 4" descr="skdlfka;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41575"/>
            <a:ext cx="518160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Dashboards</a:t>
            </a:r>
            <a:endParaRPr lang="en-US"/>
          </a:p>
        </p:txBody>
      </p:sp>
      <p:pic>
        <p:nvPicPr>
          <p:cNvPr id="5" name="Content Placeholder 4" descr="dsaf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07505" y="0"/>
            <a:ext cx="5181600" cy="3110230"/>
          </a:xfrm>
          <a:prstGeom prst="rect">
            <a:avLst/>
          </a:prstGeom>
        </p:spPr>
      </p:pic>
      <p:pic>
        <p:nvPicPr>
          <p:cNvPr id="6" name="Content Placeholder 5" descr="sfdajkladf"/>
          <p:cNvPicPr>
            <a:picLocks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07505" y="3199765"/>
            <a:ext cx="5181600" cy="3612515"/>
          </a:xfrm>
          <a:prstGeom prst="rect">
            <a:avLst/>
          </a:prstGeom>
        </p:spPr>
      </p:pic>
      <p:pic>
        <p:nvPicPr>
          <p:cNvPr id="7" name="Picture 6" descr="sfdfsadf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" y="3656330"/>
            <a:ext cx="6134100" cy="30670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26085" y="1631315"/>
            <a:ext cx="59416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This is a simple multi-optional dashboards for an admin or a pharmacist or a salesman. All the user can move through this button and also they can logout from their account.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Sales Inventory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This page is one of the main attraction of the application. There are many reasons behind that. Firstly, here a user can find the drug by writing its code only.</a:t>
            </a:r>
            <a:endParaRPr lang="en-US"/>
          </a:p>
          <a:p>
            <a:pPr marL="0" indent="0">
              <a:buNone/>
            </a:pPr>
            <a:r>
              <a:rPr lang="en-US"/>
              <a:t>Secondly, app will count the price according to the qty and paste it in the table of invoice. Finally, when the user click the print option, a pdf will be opened automatically.</a:t>
            </a:r>
            <a:endParaRPr lang="en-US"/>
          </a:p>
        </p:txBody>
      </p:sp>
      <p:pic>
        <p:nvPicPr>
          <p:cNvPr id="5" name="Content Placeholder 4" descr="ff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6830" y="1691005"/>
            <a:ext cx="5181600" cy="4340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Others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93400" cy="4351655"/>
          </a:xfrm>
        </p:spPr>
        <p:txBody>
          <a:bodyPr/>
          <a:p>
            <a:r>
              <a:rPr lang="en-US" b="1" i="1" dirty="0" smtClean="0">
                <a:sym typeface="+mn-ea"/>
              </a:rPr>
              <a:t>In conclusion, In this application our goal was to make management system of any pharmacy system simple and effective.</a:t>
            </a:r>
            <a:endParaRPr lang="en-US" b="1" i="1" dirty="0" smtClean="0">
              <a:sym typeface="+mn-ea"/>
            </a:endParaRPr>
          </a:p>
          <a:p>
            <a:r>
              <a:rPr lang="en-US" b="1" i="1" dirty="0" smtClean="0"/>
              <a:t>We used Xampp as database collector with a vast number of storage for the datas that will be given through the application.</a:t>
            </a:r>
            <a:endParaRPr lang="en-US" b="1" i="1" dirty="0" smtClean="0"/>
          </a:p>
          <a:p>
            <a:r>
              <a:rPr lang="en-US" b="1" i="1" dirty="0" smtClean="0"/>
              <a:t>Every code is easy to understand for a normal engineer so that he/she can easily solve the bug(If found any).</a:t>
            </a:r>
            <a:endParaRPr lang="en-US" b="1" i="1" dirty="0" smtClean="0"/>
          </a:p>
          <a:p>
            <a:r>
              <a:rPr lang="en-US" b="1" i="1" dirty="0" smtClean="0"/>
              <a:t>The application has user defined option for each type of user.</a:t>
            </a:r>
            <a:endParaRPr lang="en-US" b="1" i="1" dirty="0" smtClean="0"/>
          </a:p>
          <a:p>
            <a:r>
              <a:rPr lang="en-US" b="1" i="1" dirty="0" smtClean="0"/>
              <a:t>A weekly update or checkup will be given to the company that owns this application for more features.</a:t>
            </a:r>
            <a:endParaRPr lang="en-US" b="1" i="1" dirty="0" smtClean="0"/>
          </a:p>
          <a:p>
            <a:endParaRPr lang="en-US" b="1" i="1" dirty="0" smtClean="0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87775" y="2766060"/>
            <a:ext cx="7337425" cy="1325880"/>
          </a:xfrm>
        </p:spPr>
        <p:txBody>
          <a:bodyPr>
            <a:normAutofit/>
          </a:bodyPr>
          <a:p>
            <a:r>
              <a:rPr lang="en-US"/>
              <a:t>Thank you</a:t>
            </a:r>
            <a:endParaRPr lang="en-US"/>
          </a:p>
        </p:txBody>
      </p:sp>
      <p:pic>
        <p:nvPicPr>
          <p:cNvPr id="2" name="Content Placeholder 1" descr="rsz_vbb_1_-removebg-preview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2195" y="1854200"/>
            <a:ext cx="3175000" cy="314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2351</Words>
  <Application>WPS Presentation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Pharmacy Management System (Desktop Application)</vt:lpstr>
      <vt:lpstr>Introduction</vt:lpstr>
      <vt:lpstr>Login Page</vt:lpstr>
      <vt:lpstr>Create Account</vt:lpstr>
      <vt:lpstr>Forgot Password</vt:lpstr>
      <vt:lpstr>Dashboards</vt:lpstr>
      <vt:lpstr>Sales Inventory</vt:lpstr>
      <vt:lpstr>Others</vt:lpstr>
      <vt:lpstr>Thank you for your attention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 (Desktop Application)</dc:title>
  <dc:creator/>
  <cp:lastModifiedBy>Sobhani Family</cp:lastModifiedBy>
  <cp:revision>4</cp:revision>
  <dcterms:created xsi:type="dcterms:W3CDTF">2022-07-01T01:31:00Z</dcterms:created>
  <dcterms:modified xsi:type="dcterms:W3CDTF">2023-03-17T13:02:12Z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D41AB6CC32EC4912A82161C9F6F6AA87</vt:lpwstr>
  </property>
  <property fmtid="{D5CDD505-2E9C-101B-9397-08002B2CF9AE}" pid="3" name="KSOProductBuildVer">
    <vt:lpwstr>1033-11.2.0.11486</vt:lpwstr>
  </property>
</Properties>
</file>